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14400" y="9144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914400" y="182880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