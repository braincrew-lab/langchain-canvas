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5486400" cy="274320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FBBF24"/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