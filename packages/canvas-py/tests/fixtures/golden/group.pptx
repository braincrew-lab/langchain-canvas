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914400" y="914400"/>
            <a:ext cx="4572000" cy="914400"/>
            <a:chOff x="914400" y="914400"/>
            <a:chExt cx="4572000" cy="914400"/>
          </a:xfrm>
        </p:grpSpPr>
        <p:sp>
          <p:nvSpPr>
            <p:cNvPr id="2" name="Rectangle 1"/>
            <p:cNvSpPr/>
            <p:nvPr/>
          </p:nvSpPr>
          <p:spPr>
            <a:xfrm>
              <a:off x="914400" y="914400"/>
              <a:ext cx="1828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Oval 2"/>
            <p:cNvSpPr/>
            <p:nvPr/>
          </p:nvSpPr>
          <p:spPr>
            <a:xfrm>
              <a:off x="3657600" y="914400"/>
              <a:ext cx="18288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